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60" r:id="rId5"/>
    <p:sldId id="257" r:id="rId6"/>
    <p:sldId id="261" r:id="rId7"/>
    <p:sldId id="262" r:id="rId8"/>
    <p:sldId id="263" r:id="rId9"/>
    <p:sldId id="267" r:id="rId10"/>
    <p:sldId id="268" r:id="rId11"/>
    <p:sldId id="266" r:id="rId12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E749AC1-8D5E-4EB5-87AD-0760D45420E8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A45484C-7992-44E9-9002-213D76072A08}" type="slidenum">
              <a:rPr lang="ru-RU" noProof="1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5159216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C47C68-5B2F-42B5-95FE-C3031574EEB1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1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524A772-5D94-4F12-8B86-44D4FB26368F}" type="slidenum">
              <a:rPr lang="ru-RU" noProof="1" dirty="0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688420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dirty="0" smtClean="0"/>
              <a:t>1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517410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2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801614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3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7013504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4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889134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5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83609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6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750128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7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6906674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ru-RU" noProof="1" smtClean="0"/>
              <a:t>8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14275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Группа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Полилиния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Полилиния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Полилиния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Полилиния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Полилиния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Полилиния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rtlCol="0"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ru-RU" noProof="1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DF47DE-273E-488A-93E0-A11ADEA9B9C9}" type="datetime1">
              <a:rPr lang="ru-RU" noProof="1" dirty="0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/>
        <p:txBody>
          <a:bodyPr rtlCol="0" anchor="ctr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2370B76-9E69-4F47-AA69-EACE3D52D2E7}" type="datetime1">
              <a:rPr lang="ru-RU" noProof="1" dirty="0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rtlCol="0" anchor="b"/>
          <a:lstStyle>
            <a:lvl1pPr algn="r">
              <a:defRPr sz="40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2572278" y="4777381"/>
            <a:ext cx="8930748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DD5ABB4-2D0E-4613-A5D0-676E93A46986}" type="datetime1">
              <a:rPr lang="ru-RU" noProof="1" dirty="0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 hasCustomPrompt="1"/>
          </p:nvPr>
        </p:nvSpPr>
        <p:spPr>
          <a:xfrm>
            <a:off x="1484312" y="2666999"/>
            <a:ext cx="4895055" cy="312420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6607967" y="2667000"/>
            <a:ext cx="4895056" cy="3124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A600C73-E6E6-4667-B4A9-574C1A31D491}" type="datetime1">
              <a:rPr lang="ru-RU" noProof="1" dirty="0" smtClean="0"/>
              <a:t>27.12.2021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772179" y="2658533"/>
            <a:ext cx="4607188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1484311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 hasCustomPrompt="1"/>
          </p:nvPr>
        </p:nvSpPr>
        <p:spPr>
          <a:xfrm>
            <a:off x="6880487" y="2667000"/>
            <a:ext cx="4622537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>
          <a:xfrm>
            <a:off x="6607967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BD6C61B-4BC7-450B-B521-067888A271A6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7369D23-9ED2-4009-8E40-364295259D64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B259CA2-169F-4CFE-965D-8D91E640A109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5262033" y="685799"/>
            <a:ext cx="6240990" cy="5105401"/>
          </a:xfrm>
        </p:spPr>
        <p:txBody>
          <a:bodyPr rtlCol="0"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4312" y="2971800"/>
            <a:ext cx="3549121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2509601-BFB2-4950-8529-7030D9D2783A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4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2724" y="3124199"/>
            <a:ext cx="5426158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AD2D47-3985-403D-BB64-6B05FCF3CD18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ый 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1484311" y="5299603"/>
            <a:ext cx="10018711" cy="493712"/>
          </a:xfrm>
        </p:spPr>
        <p:txBody>
          <a:bodyPr rtlCol="0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8853DAC-4AF5-4288-9253-BF40FCA4C3DA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rtlCol="0" anchor="ctr">
            <a:normAutofit/>
          </a:bodyPr>
          <a:lstStyle>
            <a:lvl1pPr algn="ctr">
              <a:defRPr sz="32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343400"/>
            <a:ext cx="10018713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FF79C8-D3F6-4B0D-9805-10EDB1C5EE9C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адпись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 sz="8000" noProof="1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1">
                <a:solidFill>
                  <a:schemeClr val="tx1"/>
                </a:solidFill>
                <a:effectLst/>
              </a:rPr>
              <a:t>»</a:t>
            </a:r>
          </a:p>
        </p:txBody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2436811" y="3428999"/>
            <a:ext cx="8532815" cy="381000"/>
          </a:xfrm>
        </p:spPr>
        <p:txBody>
          <a:bodyPr rtlCol="0"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1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1A6AD39-F790-4AE9-A3C0-EDD83650A5A1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rtlCol="0" anchor="b">
            <a:normAutofit/>
          </a:bodyPr>
          <a:lstStyle>
            <a:lvl1pPr algn="r">
              <a:defRPr sz="3200" b="0" cap="none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777381"/>
            <a:ext cx="10018710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B79C875-68A5-416C-953F-6060E3FF922E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 с цита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адпись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ru-RU" sz="8000" noProof="1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15" name="Надпись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1">
                <a:solidFill>
                  <a:schemeClr val="tx1"/>
                </a:solidFill>
                <a:effectLst/>
              </a:rPr>
              <a:t>»</a:t>
            </a:r>
          </a:p>
        </p:txBody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 rtl="0">
              <a:spcBef>
                <a:spcPct val="0"/>
              </a:spcBef>
              <a:buNone/>
            </a:pPr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2" y="4775200"/>
            <a:ext cx="10018710" cy="10160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5177B04-ADE3-4D48-9249-8F6469DAAEB4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 rtl="0"/>
            <a:r>
              <a:rPr lang="ru-RU" noProof="1"/>
              <a:t>Образец заголовка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 rtl="0">
              <a:spcBef>
                <a:spcPct val="0"/>
              </a:spcBef>
              <a:buNone/>
            </a:pPr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3" cy="14478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CB7D222-3BB8-4073-BC98-464DC2B015F1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3A6F1E-4417-474E-8283-614818F2A4DB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>
          <a:xfrm>
            <a:off x="1484312" y="685800"/>
            <a:ext cx="8019742" cy="5105400"/>
          </a:xfrm>
        </p:spPr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CE311C0-3E11-41B8-89EC-2FF5859D4CFC}" type="datetime1">
              <a:rPr lang="ru-RU" noProof="1" smtClean="0"/>
              <a:t>27.12.2021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Полилиния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Полилиния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Полилиния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Полилиния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Полилиния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Полилиния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802C4E0A-C8FF-40F8-8BC6-6C75382E8759}" type="datetime1">
              <a:rPr lang="ru-RU" noProof="1" dirty="0" smtClean="0"/>
              <a:t>27.12.2021</a:t>
            </a:fld>
            <a:endParaRPr lang="ru-RU" noProof="1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endParaRPr lang="ru-RU" noProof="1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D57F1E4F-1CFF-5643-939E-217C01CDF565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8190" y="924232"/>
            <a:ext cx="8174971" cy="3285866"/>
          </a:xfrm>
        </p:spPr>
        <p:txBody>
          <a:bodyPr rtlCol="0">
            <a:normAutofit/>
          </a:bodyPr>
          <a:lstStyle/>
          <a:p>
            <a:pPr algn="l"/>
            <a:r>
              <a:rPr lang="ru-RU" sz="6200" noProof="1"/>
              <a:t>Игра на </a:t>
            </a:r>
            <a:r>
              <a:rPr lang="en-US" sz="6200" noProof="1"/>
              <a:t>pygame</a:t>
            </a:r>
            <a:endParaRPr lang="ru-RU" sz="6200" noProof="1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FBBDE4E-FFA3-44D5-BA0B-7575E2214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8190" y="4210098"/>
            <a:ext cx="7178070" cy="734435"/>
          </a:xfrm>
        </p:spPr>
        <p:txBody>
          <a:bodyPr rtlCol="0">
            <a:normAutofit/>
          </a:bodyPr>
          <a:lstStyle/>
          <a:p>
            <a:pPr algn="l"/>
            <a:r>
              <a:rPr lang="ru-RU" dirty="0"/>
              <a:t>Авторы</a:t>
            </a:r>
            <a:r>
              <a:rPr lang="ru-RU" b="1" dirty="0"/>
              <a:t>:  </a:t>
            </a:r>
            <a:r>
              <a:rPr lang="ru-RU" dirty="0"/>
              <a:t>Метсо Максим ГБОУ Школа 283</a:t>
            </a:r>
            <a:br>
              <a:rPr lang="en-US" dirty="0"/>
            </a:br>
            <a:r>
              <a:rPr lang="en-US" dirty="0"/>
              <a:t>		</a:t>
            </a:r>
            <a:r>
              <a:rPr lang="ru-RU" dirty="0"/>
              <a:t>   Напарник Фёдор (больше не знаю)</a:t>
            </a:r>
          </a:p>
        </p:txBody>
      </p:sp>
    </p:spTree>
    <p:extLst>
      <p:ext uri="{BB962C8B-B14F-4D97-AF65-F5344CB8AC3E}">
        <p14:creationId xmlns:p14="http://schemas.microsoft.com/office/powerpoint/2010/main" val="38844669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0"/>
            <a:ext cx="7411825" cy="1752599"/>
          </a:xfrm>
        </p:spPr>
        <p:txBody>
          <a:bodyPr rtlCol="0">
            <a:normAutofit/>
          </a:bodyPr>
          <a:lstStyle/>
          <a:p>
            <a:pPr algn="l"/>
            <a:r>
              <a:rPr lang="ru-RU" dirty="0"/>
              <a:t>Идея проекта: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929006"/>
            <a:ext cx="7243603" cy="2719193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Создать игру на основе </a:t>
            </a:r>
            <a:r>
              <a:rPr lang="en-US" dirty="0"/>
              <a:t>python </a:t>
            </a:r>
            <a:r>
              <a:rPr lang="ru-RU" dirty="0"/>
              <a:t>библиотеки </a:t>
            </a:r>
            <a:r>
              <a:rPr lang="en-US" dirty="0" err="1"/>
              <a:t>pygame</a:t>
            </a:r>
            <a:r>
              <a:rPr lang="ru-RU" dirty="0"/>
              <a:t> и знаний полученных в Лицее Академии Яндекс. </a:t>
            </a:r>
            <a:r>
              <a:rPr lang="en-US" dirty="0"/>
              <a:t> </a:t>
            </a:r>
            <a:endParaRPr lang="ru-RU" sz="1800" noProof="1"/>
          </a:p>
        </p:txBody>
      </p:sp>
    </p:spTree>
    <p:extLst>
      <p:ext uri="{BB962C8B-B14F-4D97-AF65-F5344CB8AC3E}">
        <p14:creationId xmlns:p14="http://schemas.microsoft.com/office/powerpoint/2010/main" val="9906845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/>
          </a:bodyPr>
          <a:lstStyle/>
          <a:p>
            <a:pPr algn="l"/>
            <a:r>
              <a:rPr lang="ru-RU" dirty="0"/>
              <a:t>Функционал: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Принцип работы игры</a:t>
            </a:r>
            <a:r>
              <a:rPr lang="en-US" dirty="0"/>
              <a:t>: </a:t>
            </a:r>
            <a:r>
              <a:rPr lang="ru-RU" dirty="0"/>
              <a:t>в коде программы реализовано несколько классов и функций которые отвечают за все процессы внутри программы, а именно:</a:t>
            </a:r>
            <a:br>
              <a:rPr lang="ru-RU" dirty="0"/>
            </a:br>
            <a:br>
              <a:rPr lang="ru-RU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</a:t>
            </a:r>
            <a:r>
              <a:rPr lang="ru-RU" dirty="0"/>
              <a:t>класс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класс </a:t>
            </a:r>
          </a:p>
          <a:p>
            <a:pPr marL="0" indent="0">
              <a:buNone/>
            </a:pPr>
            <a:endParaRPr lang="en-US" sz="1800" noProof="1"/>
          </a:p>
          <a:p>
            <a:pPr marL="0" indent="0">
              <a:buNone/>
            </a:pP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класс </a:t>
            </a:r>
            <a:endParaRPr lang="en-US" dirty="0"/>
          </a:p>
          <a:p>
            <a:pPr marL="0" indent="0">
              <a:buNone/>
            </a:pPr>
            <a:endParaRPr lang="en-US" sz="1800" noProof="1"/>
          </a:p>
          <a:p>
            <a:pPr marL="0" indent="0">
              <a:buNone/>
            </a:pP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ru-RU" dirty="0"/>
              <a:t> класс </a:t>
            </a:r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006336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</a:t>
            </a:r>
            <a:r>
              <a:rPr lang="ru-RU" dirty="0"/>
              <a:t>класс </a:t>
            </a: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634628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</a:t>
            </a:r>
            <a:r>
              <a:rPr lang="ru-RU" dirty="0"/>
              <a:t>класс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4067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</a:t>
            </a:r>
            <a:r>
              <a:rPr lang="ru-RU" dirty="0"/>
              <a:t>класс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911273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br>
              <a:rPr lang="en-US" dirty="0"/>
            </a:br>
            <a:r>
              <a:rPr lang="en-US" dirty="0">
                <a:highlight>
                  <a:srgbClr val="FF00FF"/>
                </a:highlight>
              </a:rPr>
              <a:t>class</a:t>
            </a:r>
            <a:r>
              <a:rPr lang="en-US" dirty="0"/>
              <a:t> </a:t>
            </a:r>
            <a:r>
              <a:rPr lang="ru-RU" dirty="0"/>
              <a:t>класс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29" y="1561405"/>
            <a:ext cx="7243603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noProof="1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278489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Полилиния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Полилиния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Полилиния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Полилиния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Полилиния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Полилиния 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191" y="685801"/>
            <a:ext cx="7411825" cy="1549400"/>
          </a:xfrm>
        </p:spPr>
        <p:txBody>
          <a:bodyPr rtlCol="0">
            <a:normAutofit fontScale="90000"/>
          </a:bodyPr>
          <a:lstStyle/>
          <a:p>
            <a:pPr algn="l"/>
            <a:r>
              <a:rPr lang="ru-RU" dirty="0"/>
              <a:t>Необходимые библиотеки:</a:t>
            </a:r>
            <a:br>
              <a:rPr lang="ru-RU" noProof="1"/>
            </a:br>
            <a:r>
              <a:rPr lang="en-US" dirty="0"/>
              <a:t>	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DFF4FA-F598-4962-B6AB-31A8BE724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30" y="1561405"/>
            <a:ext cx="7182830" cy="5161128"/>
          </a:xfrm>
        </p:spPr>
        <p:txBody>
          <a:bodyPr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  <a:p>
            <a:pPr marL="0" indent="0">
              <a:buNone/>
            </a:pPr>
            <a:r>
              <a:rPr lang="ru-RU" dirty="0"/>
              <a:t>Библиотека</a:t>
            </a:r>
          </a:p>
        </p:txBody>
      </p:sp>
    </p:spTree>
    <p:extLst>
      <p:ext uri="{BB962C8B-B14F-4D97-AF65-F5344CB8AC3E}">
        <p14:creationId xmlns:p14="http://schemas.microsoft.com/office/powerpoint/2010/main" val="27510441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араллакс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635_TF22644756.potx" id="{27E14D99-0C46-44F1-815C-7CA62B8509D0}" vid="{1AF6B17D-3219-4A4E-BA4D-BFE8887A5540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27C19A7-3107-4CB2-BD0D-F7C79BE028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315AA3-EAE3-44ED-8368-BAC2FFFB48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7023227-530E-4024-91EF-312A851A758C}">
  <ds:schemaRefs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16c05727-aa75-4e4a-9b5f-8a80a1165891"/>
    <ds:schemaRef ds:uri="http://schemas.microsoft.com/office/infopath/2007/PartnerControls"/>
    <ds:schemaRef ds:uri="http://schemas.openxmlformats.org/package/2006/metadata/core-properties"/>
    <ds:schemaRef ds:uri="71af3243-3dd4-4a8d-8c0d-dd76da1f02a5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Оформление Параллакс</Template>
  <TotalTime>0</TotalTime>
  <Words>80</Words>
  <Application>Microsoft Office PowerPoint</Application>
  <PresentationFormat>Широкоэкранный</PresentationFormat>
  <Paragraphs>38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Corbel</vt:lpstr>
      <vt:lpstr>Параллакс</vt:lpstr>
      <vt:lpstr>Игра на pygame</vt:lpstr>
      <vt:lpstr>Идея проекта:</vt:lpstr>
      <vt:lpstr>Функционал: </vt:lpstr>
      <vt:lpstr>class класс    </vt:lpstr>
      <vt:lpstr> class класс    </vt:lpstr>
      <vt:lpstr> class класс    </vt:lpstr>
      <vt:lpstr> class класс    </vt:lpstr>
      <vt:lpstr>Необходимые библиотеки: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2021-11-11T18:14:41Z</dcterms:created>
  <dcterms:modified xsi:type="dcterms:W3CDTF">2021-12-27T06:38:40Z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