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0" r:id="rId5"/>
    <p:sldId id="257" r:id="rId6"/>
    <p:sldId id="261" r:id="rId7"/>
    <p:sldId id="262" r:id="rId8"/>
    <p:sldId id="263" r:id="rId9"/>
    <p:sldId id="267" r:id="rId10"/>
    <p:sldId id="268" r:id="rId11"/>
    <p:sldId id="266" r:id="rId12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749AC1-8D5E-4EB5-87AD-0760D45420E8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C47C68-5B2F-42B5-95FE-C3031574EEB1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dirty="0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80161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701350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889134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83609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750128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7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690667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ru-RU" noProof="1" smtClean="0"/>
              <a:t>8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14275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Полилиния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Полилиния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Полилиния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Полилиния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Полилиния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Полилиния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1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DF47DE-273E-488A-93E0-A11ADEA9B9C9}" type="datetime1">
              <a:rPr lang="ru-RU" noProof="1" dirty="0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370B76-9E69-4F47-AA69-EACE3D52D2E7}" type="datetime1">
              <a:rPr lang="ru-RU" noProof="1" dirty="0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D5ABB4-2D0E-4613-A5D0-676E93A46986}" type="datetime1">
              <a:rPr lang="ru-RU" noProof="1" dirty="0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600C73-E6E6-4667-B4A9-574C1A31D491}" type="datetime1">
              <a:rPr lang="ru-RU" noProof="1" dirty="0" smtClean="0"/>
              <a:t>13.01.2022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D6C61B-4BC7-450B-B521-067888A271A6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369D23-9ED2-4009-8E40-364295259D64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259CA2-169F-4CFE-965D-8D91E640A109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509601-BFB2-4950-8529-7030D9D2783A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4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AD2D47-3985-403D-BB64-6B05FCF3CD18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853DAC-4AF5-4288-9253-BF40FCA4C3DA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FF79C8-D3F6-4B0D-9805-10EDB1C5EE9C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6AD39-F790-4AE9-A3C0-EDD83650A5A1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9C875-68A5-416C-953F-6060E3FF922E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 с цита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адпись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1">
                <a:solidFill>
                  <a:schemeClr val="tx1"/>
                </a:solidFill>
                <a:effectLst/>
              </a:rPr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1">
                <a:solidFill>
                  <a:schemeClr val="tx1"/>
                </a:solidFill>
                <a:effectLst/>
              </a:rPr>
              <a:t>»</a:t>
            </a:r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177B04-ADE3-4D48-9249-8F6469DAAEB4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ru-RU" noProof="1"/>
              <a:t>Образец заголовка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7D222-3BB8-4073-BC98-464DC2B015F1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3A6F1E-4417-474E-8283-614818F2A4DB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E311C0-3E11-41B8-89EC-2FF5859D4CFC}" type="datetime1">
              <a:rPr lang="ru-RU" noProof="1" smtClean="0"/>
              <a:t>13.01.2022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Полилиния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Полилиния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Полилиния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Полилиния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Полилиния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Полилиния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802C4E0A-C8FF-40F8-8BC6-6C75382E8759}" type="datetime1">
              <a:rPr lang="ru-RU" noProof="1" dirty="0" smtClean="0"/>
              <a:t>13.01.2022</a:t>
            </a:fld>
            <a:endParaRPr lang="ru-RU" noProof="1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ru-RU" sz="6200" noProof="1"/>
              <a:t>Игра на </a:t>
            </a:r>
            <a:r>
              <a:rPr lang="en-US" sz="6200" noProof="1"/>
              <a:t>pygame</a:t>
            </a:r>
            <a:endParaRPr lang="ru-RU" sz="6200" noProof="1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734435"/>
          </a:xfrm>
        </p:spPr>
        <p:txBody>
          <a:bodyPr rtlCol="0">
            <a:normAutofit/>
          </a:bodyPr>
          <a:lstStyle/>
          <a:p>
            <a:pPr algn="l"/>
            <a:r>
              <a:rPr lang="ru-RU" dirty="0"/>
              <a:t>Авторы</a:t>
            </a:r>
            <a:r>
              <a:rPr lang="ru-RU" b="1" dirty="0"/>
              <a:t>:  </a:t>
            </a:r>
            <a:r>
              <a:rPr lang="ru-RU" dirty="0"/>
              <a:t>Метсо Максим ГБОУ Школа 283</a:t>
            </a:r>
            <a:br>
              <a:rPr lang="en-US" dirty="0"/>
            </a:br>
            <a:r>
              <a:rPr lang="en-US" dirty="0"/>
              <a:t>		</a:t>
            </a:r>
            <a:r>
              <a:rPr lang="ru-RU" dirty="0"/>
              <a:t>   Напарник Фёдор</a:t>
            </a:r>
          </a:p>
        </p:txBody>
      </p:sp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ru-RU" dirty="0"/>
              <a:t>Идея проекта: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1929006"/>
            <a:ext cx="7243603" cy="2719193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Создать игру на основе </a:t>
            </a:r>
            <a:r>
              <a:rPr lang="en-US" dirty="0"/>
              <a:t>python </a:t>
            </a:r>
            <a:r>
              <a:rPr lang="ru-RU" dirty="0"/>
              <a:t>библиотеки </a:t>
            </a:r>
            <a:r>
              <a:rPr lang="en-US" dirty="0" err="1"/>
              <a:t>pygame</a:t>
            </a:r>
            <a:r>
              <a:rPr lang="ru-RU" dirty="0"/>
              <a:t> и знаний полученных в Лицее Академии Яндекс. </a:t>
            </a:r>
            <a:r>
              <a:rPr lang="en-US" dirty="0"/>
              <a:t> </a:t>
            </a:r>
            <a:endParaRPr lang="ru-RU" sz="1800" noProof="1"/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1"/>
            <a:ext cx="7411825" cy="1549400"/>
          </a:xfrm>
        </p:spPr>
        <p:txBody>
          <a:bodyPr rtlCol="0">
            <a:normAutofit/>
          </a:bodyPr>
          <a:lstStyle/>
          <a:p>
            <a:pPr algn="l"/>
            <a:r>
              <a:rPr lang="ru-RU" dirty="0"/>
              <a:t>Функционал: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1561405"/>
            <a:ext cx="7243603" cy="5161128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Принцип работы игры</a:t>
            </a:r>
            <a:r>
              <a:rPr lang="en-US" dirty="0"/>
              <a:t>: </a:t>
            </a:r>
            <a:r>
              <a:rPr lang="ru-RU" dirty="0"/>
              <a:t>в коде программы реализовано несколько</a:t>
            </a:r>
            <a:r>
              <a:rPr lang="en-US" dirty="0"/>
              <a:t> </a:t>
            </a:r>
            <a:r>
              <a:rPr lang="ru-RU" dirty="0"/>
              <a:t>основных классов и функций которые отвечают за все процессы внутри программы, а именно:</a:t>
            </a:r>
            <a:br>
              <a:rPr lang="ru-RU" dirty="0"/>
            </a:br>
            <a:br>
              <a:rPr lang="ru-RU" dirty="0"/>
            </a:b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/>
              <a:t>Player(</a:t>
            </a:r>
            <a:r>
              <a:rPr lang="en-US" dirty="0" err="1"/>
              <a:t>pygame.sprite.Sprite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ru-RU" dirty="0"/>
              <a:t> класс</a:t>
            </a:r>
            <a:r>
              <a:rPr lang="en-US" dirty="0"/>
              <a:t> Enemy(</a:t>
            </a:r>
            <a:r>
              <a:rPr lang="en-US" dirty="0" err="1"/>
              <a:t>pygame.sprite.Sprite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endParaRPr lang="en-US" sz="1800" noProof="1"/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ru-RU" dirty="0"/>
              <a:t> класс </a:t>
            </a:r>
            <a:r>
              <a:rPr lang="en-US" dirty="0"/>
              <a:t>Coin(</a:t>
            </a:r>
            <a:r>
              <a:rPr lang="en-US" dirty="0" err="1"/>
              <a:t>pygame.sprite.Sprite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sz="1800" noProof="1"/>
          </a:p>
          <a:p>
            <a:pPr marL="0" indent="0">
              <a:buNone/>
            </a:pP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ru-RU" dirty="0"/>
              <a:t> класс </a:t>
            </a:r>
            <a:r>
              <a:rPr lang="en-US" dirty="0"/>
              <a:t>Tile(</a:t>
            </a:r>
            <a:r>
              <a:rPr lang="en-US" dirty="0" err="1"/>
              <a:t>pygame.sprite.Sprite</a:t>
            </a:r>
            <a:r>
              <a:rPr lang="en-US" dirty="0"/>
              <a:t>)</a:t>
            </a:r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006336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1"/>
            <a:ext cx="10080020" cy="1549400"/>
          </a:xfrm>
        </p:spPr>
        <p:txBody>
          <a:bodyPr rtlCol="0">
            <a:normAutofit fontScale="90000"/>
          </a:bodyPr>
          <a:lstStyle/>
          <a:p>
            <a:pPr algn="l"/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ru-RU" dirty="0"/>
              <a:t> </a:t>
            </a:r>
            <a:r>
              <a:rPr lang="en-US" dirty="0"/>
              <a:t>Player(</a:t>
            </a:r>
            <a:r>
              <a:rPr lang="en-US" dirty="0" err="1"/>
              <a:t>pygame.sprite.Sprite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	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1561405"/>
            <a:ext cx="7243603" cy="5161128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noProof="1"/>
              <a:t>В этом классе реализован главный герой игры, которым управляет игрок и с которым происходят все действия внутри игры.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4DAA83-5414-4767-9CC5-6C4F9FDA0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29" y="3007646"/>
            <a:ext cx="6747858" cy="347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28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1"/>
            <a:ext cx="7411825" cy="1549400"/>
          </a:xfrm>
        </p:spPr>
        <p:txBody>
          <a:bodyPr rtlCol="0"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en-US" dirty="0"/>
              <a:t> Enemy(</a:t>
            </a:r>
            <a:r>
              <a:rPr lang="en-US" dirty="0" err="1"/>
              <a:t>pygame.sprite.Sprite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1561405"/>
            <a:ext cx="7243603" cy="5161128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noProof="1"/>
              <a:t>В этом классе реализован</a:t>
            </a:r>
            <a:r>
              <a:rPr lang="en-US" noProof="1"/>
              <a:t> </a:t>
            </a:r>
            <a:r>
              <a:rPr lang="ru-RU" noProof="1"/>
              <a:t>враждебный моб, который будет преследовать главного героя всю игру в попытке догнать и убить его.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773E04-6903-415A-8433-466494B20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91" y="2910152"/>
            <a:ext cx="7050988" cy="312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1"/>
            <a:ext cx="7411825" cy="1549400"/>
          </a:xfrm>
        </p:spPr>
        <p:txBody>
          <a:bodyPr rtlCol="0"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ru-RU" dirty="0">
                <a:highlight>
                  <a:srgbClr val="FF00FF"/>
                </a:highlight>
              </a:rPr>
              <a:t> </a:t>
            </a:r>
            <a:r>
              <a:rPr lang="en-US" dirty="0"/>
              <a:t>Coin (</a:t>
            </a:r>
            <a:r>
              <a:rPr lang="en-US" dirty="0" err="1"/>
              <a:t>pygame.sprite.Sprite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1561405"/>
            <a:ext cx="7243603" cy="5161128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noProof="1"/>
              <a:t>В этом классе реализованы очки(обломки ключа), который надо собрать на локации чтобы открыть выход и пройти игру.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625546-F47D-43B5-8E97-5C3CDD36D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29" y="3110805"/>
            <a:ext cx="7182830" cy="160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73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1"/>
            <a:ext cx="7411825" cy="1549400"/>
          </a:xfrm>
        </p:spPr>
        <p:txBody>
          <a:bodyPr rtlCol="0"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>
                <a:highlight>
                  <a:srgbClr val="FF00FF"/>
                </a:highlight>
              </a:rPr>
              <a:t>class</a:t>
            </a:r>
            <a:r>
              <a:rPr lang="ru-RU" dirty="0"/>
              <a:t> </a:t>
            </a:r>
            <a:r>
              <a:rPr lang="en-US" dirty="0"/>
              <a:t>Tile (</a:t>
            </a:r>
            <a:r>
              <a:rPr lang="en-US" dirty="0" err="1"/>
              <a:t>pygame.sprite.Sprite</a:t>
            </a:r>
            <a:r>
              <a:rPr lang="en-US" dirty="0"/>
              <a:t>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29" y="1561405"/>
            <a:ext cx="7243603" cy="5161128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ru-RU" noProof="1"/>
              <a:t>В этом классе реализованы </a:t>
            </a:r>
            <a:r>
              <a:rPr lang="en-US" noProof="1"/>
              <a:t>“</a:t>
            </a:r>
            <a:r>
              <a:rPr lang="ru-RU" noProof="1"/>
              <a:t>плитки</a:t>
            </a:r>
            <a:r>
              <a:rPr lang="en-US" noProof="1"/>
              <a:t>”</a:t>
            </a:r>
            <a:r>
              <a:rPr lang="ru-RU" noProof="1"/>
              <a:t> из которых состоит карта на которой происходят все действия внутри игры.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876FE9-16E5-4D23-9664-FD5D31E70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71" y="3110805"/>
            <a:ext cx="7190188" cy="160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48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Поли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Поли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Поли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Поли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Поли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1"/>
            <a:ext cx="7411825" cy="1549400"/>
          </a:xfrm>
        </p:spPr>
        <p:txBody>
          <a:bodyPr rtlCol="0">
            <a:normAutofit fontScale="90000"/>
          </a:bodyPr>
          <a:lstStyle/>
          <a:p>
            <a:pPr algn="l"/>
            <a:r>
              <a:rPr lang="ru-RU" dirty="0"/>
              <a:t>Необходимые библиотеки:</a:t>
            </a:r>
            <a:br>
              <a:rPr lang="ru-RU" noProof="1"/>
            </a:br>
            <a:r>
              <a:rPr lang="en-US" dirty="0"/>
              <a:t>	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30" y="1561405"/>
            <a:ext cx="7182830" cy="5161128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Pygame</a:t>
            </a:r>
            <a:r>
              <a:rPr lang="en-US" dirty="0"/>
              <a:t>==2.1.0</a:t>
            </a:r>
          </a:p>
          <a:p>
            <a:pPr marL="0" indent="0">
              <a:buNone/>
            </a:pPr>
            <a:r>
              <a:rPr lang="en-US" dirty="0" err="1"/>
              <a:t>DateTime</a:t>
            </a:r>
            <a:r>
              <a:rPr lang="en-US" dirty="0"/>
              <a:t>==4.3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1044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635_TF22644756.potx" id="{27E14D99-0C46-44F1-815C-7CA62B8509D0}" vid="{1AF6B17D-3219-4A4E-BA4D-BFE8887A554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16c05727-aa75-4e4a-9b5f-8a80a1165891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Параллакс</Template>
  <TotalTime>0</TotalTime>
  <Words>161</Words>
  <Application>Microsoft Office PowerPoint</Application>
  <PresentationFormat>Широкоэкранный</PresentationFormat>
  <Paragraphs>30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Corbel</vt:lpstr>
      <vt:lpstr>Параллакс</vt:lpstr>
      <vt:lpstr>Игра на pygame</vt:lpstr>
      <vt:lpstr>Идея проекта:</vt:lpstr>
      <vt:lpstr>Функционал: </vt:lpstr>
      <vt:lpstr>class Player(pygame.sprite.Sprite):   </vt:lpstr>
      <vt:lpstr> class Enemy(pygame.sprite.Sprite):    </vt:lpstr>
      <vt:lpstr> class Coin (pygame.sprite.Sprite):    </vt:lpstr>
      <vt:lpstr> class Tile (pygame.sprite.Sprite):    </vt:lpstr>
      <vt:lpstr>Необходимые библиотеки: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2021-11-11T18:14:41Z</dcterms:created>
  <dcterms:modified xsi:type="dcterms:W3CDTF">2022-01-13T16:07:35Z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